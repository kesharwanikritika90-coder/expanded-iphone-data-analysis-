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Expanded iPhone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Includes Additional Pie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Expanded analysis of fictional iPhone company data</a:t>
            </a:r>
          </a:p>
          <a:p>
            <a:r>
              <a:t>- Includes sales, regions, storage variants, and sales channels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iPhone Model Sales Distribution</a:t>
            </a:r>
          </a:p>
        </p:txBody>
      </p:sp>
      <p:pic>
        <p:nvPicPr>
          <p:cNvPr id="3" name="Picture 2" descr="sale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 Distribution</a:t>
            </a:r>
          </a:p>
        </p:txBody>
      </p:sp>
      <p:pic>
        <p:nvPicPr>
          <p:cNvPr id="3" name="Picture 2" descr="reg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Variant Sales</a:t>
            </a:r>
          </a:p>
        </p:txBody>
      </p:sp>
      <p:pic>
        <p:nvPicPr>
          <p:cNvPr id="3" name="Picture 2" descr="storag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Channel</a:t>
            </a:r>
          </a:p>
        </p:txBody>
      </p:sp>
      <p:pic>
        <p:nvPicPr>
          <p:cNvPr id="3" name="Picture 2" descr="channel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iPhone 15 remains the top-selling model</a:t>
            </a:r>
          </a:p>
          <a:p>
            <a:r>
              <a:t>- North America contributes the highest sales share</a:t>
            </a:r>
          </a:p>
          <a:p>
            <a:r>
              <a:t>- Most users prefer 128GB storage</a:t>
            </a:r>
          </a:p>
          <a:p>
            <a:r>
              <a:t>- Online purchases exceed retail and carrier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expanded fictional analysis helps visualize key business metrics across multiple factors.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